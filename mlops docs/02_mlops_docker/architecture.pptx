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5" r:id="rId2"/>
    <p:sldId id="278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E50"/>
    <a:srgbClr val="70A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0" autoAdjust="0"/>
    <p:restoredTop sz="96374" autoAdjust="0"/>
  </p:normalViewPr>
  <p:slideViewPr>
    <p:cSldViewPr snapToGrid="0">
      <p:cViewPr varScale="1">
        <p:scale>
          <a:sx n="106" d="100"/>
          <a:sy n="106" d="100"/>
        </p:scale>
        <p:origin x="6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28:06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28:06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28:06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7F576-AE14-466D-AA6B-335273622B21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0BD3E-EF63-48CD-BA60-F7ED6F94E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0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58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E030-4906-497D-4BC4-DE368689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D3F846E-30BE-7AB4-D4F3-EAEF5EE4B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3AD51AF3-C89F-2FC0-CCC1-E07374848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2D9CBEF-A772-1E13-1548-5665DA8E1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06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7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88E6-68C2-14DD-8BC4-1A39CCDA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F77D69C-E0FC-1483-530E-41AC8423E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66CB364-484D-B950-CCFD-DEB1128F0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E02A21E-2D0E-7064-2D9E-CEFB6008D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5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63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88E6-68C2-14DD-8BC4-1A39CCDA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F77D69C-E0FC-1483-530E-41AC8423E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66CB364-484D-B950-CCFD-DEB1128F0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E02A21E-2D0E-7064-2D9E-CEFB6008D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30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78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88E6-68C2-14DD-8BC4-1A39CCDA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F77D69C-E0FC-1483-530E-41AC8423E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66CB364-484D-B950-CCFD-DEB1128F0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E02A21E-2D0E-7064-2D9E-CEFB6008D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59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25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34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0BD3E-EF63-48CD-BA60-F7ED6F94ED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2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9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18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3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6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5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9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1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7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A066D-271F-4C1A-B89A-0705A7689EE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C7403-F6BA-4F25-BF57-4305E04D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6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customXml" Target="../ink/ink1.xml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7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</a:t>
            </a:r>
            <a:r>
              <a:rPr lang="en-US" dirty="0"/>
              <a:t>Physical</a:t>
            </a:r>
            <a:r>
              <a:rPr lang="tr-TR" dirty="0"/>
              <a:t> </a:t>
            </a:r>
            <a:r>
              <a:rPr lang="en-US" dirty="0"/>
              <a:t>Machine</a:t>
            </a:r>
            <a:r>
              <a:rPr lang="tr-TR" dirty="0"/>
              <a:t> (</a:t>
            </a:r>
            <a:r>
              <a:rPr lang="en-US" dirty="0"/>
              <a:t>Windows</a:t>
            </a:r>
            <a:r>
              <a:rPr lang="tr-TR" dirty="0"/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4"/>
            <a:ext cx="9216428" cy="47169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Rocky Linux (VM)</a:t>
            </a:r>
            <a:endParaRPr lang="tr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0589EA-BFE4-50F2-2B4D-C8101A7927DB}"/>
              </a:ext>
            </a:extLst>
          </p:cNvPr>
          <p:cNvSpPr/>
          <p:nvPr/>
        </p:nvSpPr>
        <p:spPr>
          <a:xfrm>
            <a:off x="7458726" y="1645872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</a:t>
            </a:r>
            <a:endParaRPr lang="tr-T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FD7E2-9F2D-E792-B72B-FD3ECEBA7CC6}"/>
              </a:ext>
            </a:extLst>
          </p:cNvPr>
          <p:cNvSpPr/>
          <p:nvPr/>
        </p:nvSpPr>
        <p:spPr>
          <a:xfrm>
            <a:off x="8656265" y="1630619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</a:t>
            </a:r>
            <a:endParaRPr lang="tr-T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4D3B7E-5F67-187C-C48B-31FFD52A247C}"/>
              </a:ext>
            </a:extLst>
          </p:cNvPr>
          <p:cNvSpPr/>
          <p:nvPr/>
        </p:nvSpPr>
        <p:spPr>
          <a:xfrm>
            <a:off x="9895533" y="1630621"/>
            <a:ext cx="917418" cy="1514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minio</a:t>
            </a:r>
            <a:endParaRPr lang="tr-TR" dirty="0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DISK</a:t>
            </a:r>
            <a:endParaRPr lang="tr-TR" b="1" dirty="0">
              <a:solidFill>
                <a:schemeClr val="tx1"/>
              </a:solidFill>
            </a:endParaRP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tr-TR" dirty="0"/>
              <a:t>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61FED1-6FD9-F88E-3FAC-F1B2FFE9F4C2}"/>
              </a:ext>
            </a:extLst>
          </p:cNvPr>
          <p:cNvSpPr/>
          <p:nvPr/>
        </p:nvSpPr>
        <p:spPr>
          <a:xfrm>
            <a:off x="9896657" y="4469557"/>
            <a:ext cx="917418" cy="1514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endParaRPr lang="tr-T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E55A0-2824-59D9-0EEB-B9B6991C51E4}"/>
              </a:ext>
            </a:extLst>
          </p:cNvPr>
          <p:cNvSpPr/>
          <p:nvPr/>
        </p:nvSpPr>
        <p:spPr>
          <a:xfrm>
            <a:off x="6023822" y="2929371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mlflow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4C4DB-C555-C68A-B807-9850A295DEA8}"/>
              </a:ext>
            </a:extLst>
          </p:cNvPr>
          <p:cNvSpPr/>
          <p:nvPr/>
        </p:nvSpPr>
        <p:spPr>
          <a:xfrm>
            <a:off x="7458726" y="4461538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jenkins</a:t>
            </a:r>
            <a:endParaRPr lang="tr-T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0A130-EE4C-4500-C821-8A96D7582E9E}"/>
              </a:ext>
            </a:extLst>
          </p:cNvPr>
          <p:cNvSpPr/>
          <p:nvPr/>
        </p:nvSpPr>
        <p:spPr>
          <a:xfrm>
            <a:off x="8657389" y="4450368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gitea</a:t>
            </a:r>
            <a:endParaRPr lang="tr-TR" dirty="0"/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A8E1D32F-9747-8039-94FF-87AFA0696B74}"/>
              </a:ext>
            </a:extLst>
          </p:cNvPr>
          <p:cNvSpPr/>
          <p:nvPr/>
        </p:nvSpPr>
        <p:spPr>
          <a:xfrm>
            <a:off x="5072664" y="5519197"/>
            <a:ext cx="3026874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jenkins_volume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D8400681-FD32-BA2F-5639-0EF8C1440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549" y="2769183"/>
            <a:ext cx="917418" cy="91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397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E050-7B60-FADC-F781-6EB087CE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1F5FBB0-5855-E51C-EDC8-E5EFEAF1C8A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16CBBE-78B7-6292-0FCF-2FE76187AFE0}"/>
              </a:ext>
            </a:extLst>
          </p:cNvPr>
          <p:cNvSpPr/>
          <p:nvPr/>
        </p:nvSpPr>
        <p:spPr>
          <a:xfrm>
            <a:off x="2155498" y="1453484"/>
            <a:ext cx="9216428" cy="47169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F0A63696-6B33-D962-E437-0C1DC49BEFC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DISK</a:t>
            </a:r>
            <a:endParaRPr lang="tr-TR" b="1" dirty="0">
              <a:solidFill>
                <a:schemeClr val="tx1"/>
              </a:solidFill>
            </a:endParaRP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8862AF7D-B4D1-7A22-01F0-6A7DB0FB4BF1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tr-TR" dirty="0"/>
              <a:t>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362D86-672D-F64E-5BF1-84D8C99E3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845" y="2245710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65592645-FFFB-61B5-6BD5-DA3F6829C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818" y="4303480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F8962E-08EF-8D55-D6EE-57F2AAC80EAD}"/>
              </a:ext>
            </a:extLst>
          </p:cNvPr>
          <p:cNvSpPr/>
          <p:nvPr/>
        </p:nvSpPr>
        <p:spPr>
          <a:xfrm>
            <a:off x="6907794" y="1584357"/>
            <a:ext cx="4200808" cy="435471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D6CB5-133E-47F2-9DF2-A0269C6B678D}"/>
              </a:ext>
            </a:extLst>
          </p:cNvPr>
          <p:cNvSpPr/>
          <p:nvPr/>
        </p:nvSpPr>
        <p:spPr>
          <a:xfrm>
            <a:off x="7985812" y="2981598"/>
            <a:ext cx="1669789" cy="2656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fastapi</a:t>
            </a:r>
          </a:p>
        </p:txBody>
      </p:sp>
      <p:pic>
        <p:nvPicPr>
          <p:cNvPr id="3" name="Picture 2" descr="Jupyter Logo PNG Vector (SVG) Free Download">
            <a:extLst>
              <a:ext uri="{FF2B5EF4-FFF2-40B4-BE49-F238E27FC236}">
                <a16:creationId xmlns:a16="http://schemas.microsoft.com/office/drawing/2014/main" id="{0D70AEE4-0495-5218-0C27-78F325D88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013" y="2179114"/>
            <a:ext cx="1008039" cy="118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kış Çizelgesi: Sonlandırıcı 17">
            <a:extLst>
              <a:ext uri="{FF2B5EF4-FFF2-40B4-BE49-F238E27FC236}">
                <a16:creationId xmlns:a16="http://schemas.microsoft.com/office/drawing/2014/main" id="{D510B705-E883-B0D8-B168-7611813A0588}"/>
              </a:ext>
            </a:extLst>
          </p:cNvPr>
          <p:cNvSpPr/>
          <p:nvPr/>
        </p:nvSpPr>
        <p:spPr>
          <a:xfrm>
            <a:off x="6951529" y="1880528"/>
            <a:ext cx="1854532" cy="647438"/>
          </a:xfrm>
          <a:prstGeom prst="flowChartTerminator">
            <a:avLst/>
          </a:prstGeom>
          <a:solidFill>
            <a:srgbClr val="70AC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Rocky </a:t>
            </a:r>
            <a:r>
              <a:rPr lang="en-US" dirty="0" err="1"/>
              <a:t>linux</a:t>
            </a:r>
            <a:endParaRPr lang="en-US" dirty="0"/>
          </a:p>
        </p:txBody>
      </p:sp>
      <p:sp>
        <p:nvSpPr>
          <p:cNvPr id="6" name="Akış Çizelgesi: Sonlandırıcı 17">
            <a:extLst>
              <a:ext uri="{FF2B5EF4-FFF2-40B4-BE49-F238E27FC236}">
                <a16:creationId xmlns:a16="http://schemas.microsoft.com/office/drawing/2014/main" id="{35E20B17-5424-6BD3-8886-71C2D370432E}"/>
              </a:ext>
            </a:extLst>
          </p:cNvPr>
          <p:cNvSpPr/>
          <p:nvPr/>
        </p:nvSpPr>
        <p:spPr>
          <a:xfrm>
            <a:off x="8017966" y="3036691"/>
            <a:ext cx="1515333" cy="647438"/>
          </a:xfrm>
          <a:prstGeom prst="flowChartTerminator">
            <a:avLst/>
          </a:prstGeom>
          <a:solidFill>
            <a:srgbClr val="70AC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Docker container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695BF-6A81-FB0C-F7B3-F3735F83DC08}"/>
              </a:ext>
            </a:extLst>
          </p:cNvPr>
          <p:cNvSpPr txBox="1"/>
          <p:nvPr/>
        </p:nvSpPr>
        <p:spPr>
          <a:xfrm>
            <a:off x="7372619" y="4075331"/>
            <a:ext cx="129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8002:8000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BA6B4-8C96-2015-0F5E-33EB62E1F66E}"/>
              </a:ext>
            </a:extLst>
          </p:cNvPr>
          <p:cNvSpPr txBox="1"/>
          <p:nvPr/>
        </p:nvSpPr>
        <p:spPr>
          <a:xfrm>
            <a:off x="2455960" y="1598335"/>
            <a:ext cx="37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</a:t>
            </a:r>
            <a:r>
              <a:rPr lang="en-US" dirty="0"/>
              <a:t>Physical</a:t>
            </a:r>
            <a:r>
              <a:rPr lang="tr-TR" dirty="0"/>
              <a:t> </a:t>
            </a:r>
            <a:r>
              <a:rPr lang="en-US" dirty="0"/>
              <a:t>Machine</a:t>
            </a:r>
            <a:r>
              <a:rPr lang="tr-TR" dirty="0"/>
              <a:t> (</a:t>
            </a:r>
            <a:r>
              <a:rPr lang="en-US" dirty="0"/>
              <a:t>Windows</a:t>
            </a:r>
            <a:r>
              <a:rPr lang="tr-TR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37AC25-6778-1BDE-76DF-2F5933E2860D}"/>
              </a:ext>
            </a:extLst>
          </p:cNvPr>
          <p:cNvSpPr txBox="1"/>
          <p:nvPr/>
        </p:nvSpPr>
        <p:spPr>
          <a:xfrm>
            <a:off x="6323733" y="3167772"/>
            <a:ext cx="129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8002:8002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ECEA42-170E-3BD4-8078-64CEF88BD4EE}"/>
              </a:ext>
            </a:extLst>
          </p:cNvPr>
          <p:cNvCxnSpPr>
            <a:endCxn id="13" idx="1"/>
          </p:cNvCxnSpPr>
          <p:nvPr/>
        </p:nvCxnSpPr>
        <p:spPr>
          <a:xfrm>
            <a:off x="5304594" y="2769762"/>
            <a:ext cx="1019139" cy="582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AEA097-9A10-D14A-163D-5F14219E2ED4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H="1">
            <a:off x="7372619" y="3352438"/>
            <a:ext cx="241808" cy="9075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45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27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Laptop/Fiziksel Makine (Linux)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5"/>
            <a:ext cx="9216428" cy="46308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Sanal Makine (Linux)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İnternet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B18219-C2A6-232D-BDF6-95D7E8C1F03E}"/>
              </a:ext>
            </a:extLst>
          </p:cNvPr>
          <p:cNvSpPr txBox="1"/>
          <p:nvPr/>
        </p:nvSpPr>
        <p:spPr>
          <a:xfrm>
            <a:off x="706170" y="3532714"/>
            <a:ext cx="1394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127.0.0.1:9870</a:t>
            </a:r>
          </a:p>
        </p:txBody>
      </p:sp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D8A334-CDA3-3926-0315-57A2BB6D7271}"/>
              </a:ext>
            </a:extLst>
          </p:cNvPr>
          <p:cNvSpPr txBox="1"/>
          <p:nvPr/>
        </p:nvSpPr>
        <p:spPr>
          <a:xfrm>
            <a:off x="2224134" y="2956888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data-</a:t>
            </a:r>
            <a:r>
              <a:rPr lang="tr-TR" dirty="0" err="1"/>
              <a:t>generator</a:t>
            </a:r>
            <a:endParaRPr lang="tr-T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1FED1-6FD9-F88E-3FAC-F1B2FFE9F4C2}"/>
              </a:ext>
            </a:extLst>
          </p:cNvPr>
          <p:cNvSpPr/>
          <p:nvPr/>
        </p:nvSpPr>
        <p:spPr>
          <a:xfrm>
            <a:off x="8445004" y="2108784"/>
            <a:ext cx="2277316" cy="3428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minikube</a:t>
            </a:r>
            <a:endParaRPr lang="tr-TR" dirty="0"/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92C75D0E-EDDC-7B39-2083-4586A6ADA343}"/>
              </a:ext>
            </a:extLst>
          </p:cNvPr>
          <p:cNvSpPr/>
          <p:nvPr/>
        </p:nvSpPr>
        <p:spPr>
          <a:xfrm>
            <a:off x="2697933" y="4789284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>
                <a:solidFill>
                  <a:schemeClr val="tx1"/>
                </a:solidFill>
              </a:rPr>
              <a:t>sparkapp</a:t>
            </a:r>
            <a:endParaRPr lang="tr-TR" sz="1200" dirty="0">
              <a:solidFill>
                <a:schemeClr val="tx1"/>
              </a:solidFill>
            </a:endParaRP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347C75DF-8CF0-9A08-8F7A-D3829FDC9911}"/>
              </a:ext>
            </a:extLst>
          </p:cNvPr>
          <p:cNvSpPr/>
          <p:nvPr/>
        </p:nvSpPr>
        <p:spPr>
          <a:xfrm>
            <a:off x="3763593" y="3379411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>
                <a:solidFill>
                  <a:schemeClr val="tx1"/>
                </a:solidFill>
              </a:rPr>
              <a:t>sparkapp</a:t>
            </a:r>
            <a:endParaRPr lang="tr-TR" sz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4BCFA-2667-19E9-ACAD-9791EB7FEB7B}"/>
              </a:ext>
            </a:extLst>
          </p:cNvPr>
          <p:cNvSpPr txBox="1"/>
          <p:nvPr/>
        </p:nvSpPr>
        <p:spPr>
          <a:xfrm>
            <a:off x="8445004" y="4419952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spark-client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506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099F-4A0F-7514-069E-4BAA0AD2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22D05-2597-E96A-38B3-FE98A9E8ABB5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1EEFB-30F4-A926-E10E-E807616E5FE8}"/>
              </a:ext>
            </a:extLst>
          </p:cNvPr>
          <p:cNvSpPr txBox="1"/>
          <p:nvPr/>
        </p:nvSpPr>
        <p:spPr>
          <a:xfrm>
            <a:off x="814811" y="932507"/>
            <a:ext cx="37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</a:t>
            </a:r>
            <a:r>
              <a:rPr lang="en-US" dirty="0"/>
              <a:t>Physical</a:t>
            </a:r>
            <a:r>
              <a:rPr lang="tr-TR" dirty="0"/>
              <a:t> </a:t>
            </a:r>
            <a:r>
              <a:rPr lang="en-US" dirty="0"/>
              <a:t>Machine</a:t>
            </a:r>
            <a:r>
              <a:rPr lang="tr-TR" dirty="0"/>
              <a:t> (</a:t>
            </a:r>
            <a:r>
              <a:rPr lang="en-US" dirty="0"/>
              <a:t>Windows</a:t>
            </a:r>
            <a:r>
              <a:rPr lang="tr-TR" dirty="0"/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D23D38-6273-39EA-75E0-B6E6116AEA1C}"/>
              </a:ext>
            </a:extLst>
          </p:cNvPr>
          <p:cNvSpPr/>
          <p:nvPr/>
        </p:nvSpPr>
        <p:spPr>
          <a:xfrm>
            <a:off x="2155498" y="1453484"/>
            <a:ext cx="9216428" cy="47169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7B584-BAC1-6087-15D1-52E0A7EDE87B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Rocky Linux (VM)</a:t>
            </a:r>
            <a:endParaRPr lang="tr-TR" dirty="0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D34534CD-7120-A78A-B05A-DF91D8C83E2A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DISK</a:t>
            </a:r>
            <a:endParaRPr lang="tr-TR" b="1" dirty="0">
              <a:solidFill>
                <a:schemeClr val="tx1"/>
              </a:solidFill>
            </a:endParaRP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2A6B1FEE-38B5-14E2-7CD6-E201945C6F48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tr-TR" dirty="0"/>
              <a:t>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F52166-F985-F0C0-91DC-7383CDECE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59" y="3691549"/>
            <a:ext cx="748629" cy="74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5139F236-83DE-27B0-4D7E-C520923D5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77" y="474155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0B7291-67E8-FDE0-0665-A9D81C59A918}"/>
              </a:ext>
            </a:extLst>
          </p:cNvPr>
          <p:cNvSpPr/>
          <p:nvPr/>
        </p:nvSpPr>
        <p:spPr>
          <a:xfrm>
            <a:off x="9106293" y="2765478"/>
            <a:ext cx="1146903" cy="1050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endParaRPr lang="tr-TR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C2B1CE1D-37DA-BC16-718C-8B805CD63809}"/>
              </a:ext>
            </a:extLst>
          </p:cNvPr>
          <p:cNvSpPr txBox="1"/>
          <p:nvPr/>
        </p:nvSpPr>
        <p:spPr>
          <a:xfrm>
            <a:off x="4092169" y="4046875"/>
            <a:ext cx="102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env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Mürekkep 4">
                <a:extLst>
                  <a:ext uri="{FF2B5EF4-FFF2-40B4-BE49-F238E27FC236}">
                    <a16:creationId xmlns:a16="http://schemas.microsoft.com/office/drawing/2014/main" id="{D8C26320-38D8-0F1B-F9E0-E4E9C3D45EC6}"/>
                  </a:ext>
                </a:extLst>
              </p14:cNvPr>
              <p14:cNvContentPartPr/>
              <p14:nvPr/>
            </p14:nvContentPartPr>
            <p14:xfrm>
              <a:off x="9256940" y="4552772"/>
              <a:ext cx="360" cy="360"/>
            </p14:xfrm>
          </p:contentPart>
        </mc:Choice>
        <mc:Fallback xmlns="">
          <p:pic>
            <p:nvPicPr>
              <p:cNvPr id="5" name="Mürekkep 4">
                <a:extLst>
                  <a:ext uri="{FF2B5EF4-FFF2-40B4-BE49-F238E27FC236}">
                    <a16:creationId xmlns:a16="http://schemas.microsoft.com/office/drawing/2014/main" id="{D8C26320-38D8-0F1B-F9E0-E4E9C3D45E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50820" y="454665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C8F2045F-7AE0-4569-68CF-9D483C5B2653}"/>
              </a:ext>
            </a:extLst>
          </p:cNvPr>
          <p:cNvSpPr/>
          <p:nvPr/>
        </p:nvSpPr>
        <p:spPr>
          <a:xfrm>
            <a:off x="9106293" y="4077472"/>
            <a:ext cx="1146903" cy="1050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gitea</a:t>
            </a:r>
            <a:endParaRPr lang="tr-T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424AD9F-063E-7987-20A0-E55453071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11" y="1364001"/>
            <a:ext cx="943984" cy="94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6F0D5C4D-3232-D20A-BF16-7C6BF26958AB}"/>
              </a:ext>
            </a:extLst>
          </p:cNvPr>
          <p:cNvCxnSpPr/>
          <p:nvPr/>
        </p:nvCxnSpPr>
        <p:spPr>
          <a:xfrm>
            <a:off x="1839843" y="1960575"/>
            <a:ext cx="7266450" cy="259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0ABF2B85-6AB5-BAF4-C1E0-B374C76561A3}"/>
              </a:ext>
            </a:extLst>
          </p:cNvPr>
          <p:cNvCxnSpPr>
            <a:cxnSpLocks/>
            <a:stCxn id="6" idx="1"/>
            <a:endCxn id="20" idx="3"/>
          </p:cNvCxnSpPr>
          <p:nvPr/>
        </p:nvCxnSpPr>
        <p:spPr>
          <a:xfrm flipH="1" flipV="1">
            <a:off x="5117987" y="4231541"/>
            <a:ext cx="3988306" cy="3710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3D668541-328C-7896-F2CD-317BD780C9C1}"/>
              </a:ext>
            </a:extLst>
          </p:cNvPr>
          <p:cNvCxnSpPr>
            <a:cxnSpLocks/>
            <a:stCxn id="2052" idx="1"/>
            <a:endCxn id="1026" idx="3"/>
          </p:cNvCxnSpPr>
          <p:nvPr/>
        </p:nvCxnSpPr>
        <p:spPr>
          <a:xfrm flipH="1" flipV="1">
            <a:off x="1644488" y="4065864"/>
            <a:ext cx="2592068" cy="783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2" name="Picture 4" descr="Uvicorn">
            <a:extLst>
              <a:ext uri="{FF2B5EF4-FFF2-40B4-BE49-F238E27FC236}">
                <a16:creationId xmlns:a16="http://schemas.microsoft.com/office/drawing/2014/main" id="{A915BCE5-5371-5A11-4624-F28829F5E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556" y="4487904"/>
            <a:ext cx="723604" cy="72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Vscode Logo Png - lizin.org">
            <a:extLst>
              <a:ext uri="{FF2B5EF4-FFF2-40B4-BE49-F238E27FC236}">
                <a16:creationId xmlns:a16="http://schemas.microsoft.com/office/drawing/2014/main" id="{8DC5F3CB-BEE9-6225-2A46-647AFED02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16" y="2472321"/>
            <a:ext cx="783842" cy="78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68685D-3256-05D4-6E3A-5C22437312E6}"/>
              </a:ext>
            </a:extLst>
          </p:cNvPr>
          <p:cNvSpPr/>
          <p:nvPr/>
        </p:nvSpPr>
        <p:spPr>
          <a:xfrm>
            <a:off x="6782095" y="2101302"/>
            <a:ext cx="1379129" cy="1050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287010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27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Laptop/Fiziksel Makine (Linux)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5"/>
            <a:ext cx="9216428" cy="46308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Sanal Makine (Linux)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İnternet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B18219-C2A6-232D-BDF6-95D7E8C1F03E}"/>
              </a:ext>
            </a:extLst>
          </p:cNvPr>
          <p:cNvSpPr txBox="1"/>
          <p:nvPr/>
        </p:nvSpPr>
        <p:spPr>
          <a:xfrm>
            <a:off x="706170" y="3532714"/>
            <a:ext cx="1394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127.0.0.1:9870</a:t>
            </a:r>
          </a:p>
        </p:txBody>
      </p:sp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61FED1-6FD9-F88E-3FAC-F1B2FFE9F4C2}"/>
              </a:ext>
            </a:extLst>
          </p:cNvPr>
          <p:cNvSpPr/>
          <p:nvPr/>
        </p:nvSpPr>
        <p:spPr>
          <a:xfrm>
            <a:off x="7640758" y="2108784"/>
            <a:ext cx="3081562" cy="3428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DB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4BCFA-2667-19E9-ACAD-9791EB7FEB7B}"/>
              </a:ext>
            </a:extLst>
          </p:cNvPr>
          <p:cNvSpPr txBox="1"/>
          <p:nvPr/>
        </p:nvSpPr>
        <p:spPr>
          <a:xfrm>
            <a:off x="7785980" y="4419952"/>
            <a:ext cx="293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user1, jdsmdcxk903201</a:t>
            </a:r>
          </a:p>
        </p:txBody>
      </p:sp>
      <p:sp>
        <p:nvSpPr>
          <p:cNvPr id="6" name="Metin kutusu 19">
            <a:extLst>
              <a:ext uri="{FF2B5EF4-FFF2-40B4-BE49-F238E27FC236}">
                <a16:creationId xmlns:a16="http://schemas.microsoft.com/office/drawing/2014/main" id="{41C082C5-233A-D26E-1714-7BB9663F1548}"/>
              </a:ext>
            </a:extLst>
          </p:cNvPr>
          <p:cNvSpPr txBox="1"/>
          <p:nvPr/>
        </p:nvSpPr>
        <p:spPr>
          <a:xfrm>
            <a:off x="4092169" y="4046875"/>
            <a:ext cx="102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env</a:t>
            </a:r>
          </a:p>
        </p:txBody>
      </p:sp>
      <p:pic>
        <p:nvPicPr>
          <p:cNvPr id="12" name="Picture 4" descr="Uvicorn">
            <a:extLst>
              <a:ext uri="{FF2B5EF4-FFF2-40B4-BE49-F238E27FC236}">
                <a16:creationId xmlns:a16="http://schemas.microsoft.com/office/drawing/2014/main" id="{4532AD8A-BD68-922E-72D2-7C36F3EC4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556" y="4487904"/>
            <a:ext cx="723604" cy="72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Düz Ok Bağlayıcısı 12">
            <a:extLst>
              <a:ext uri="{FF2B5EF4-FFF2-40B4-BE49-F238E27FC236}">
                <a16:creationId xmlns:a16="http://schemas.microsoft.com/office/drawing/2014/main" id="{D1FB8194-9ABA-0882-7987-0417FB8F080C}"/>
              </a:ext>
            </a:extLst>
          </p:cNvPr>
          <p:cNvCxnSpPr>
            <a:cxnSpLocks/>
            <a:stCxn id="1026" idx="3"/>
            <a:endCxn id="12" idx="1"/>
          </p:cNvCxnSpPr>
          <p:nvPr/>
        </p:nvCxnSpPr>
        <p:spPr>
          <a:xfrm>
            <a:off x="1901227" y="2908426"/>
            <a:ext cx="2335329" cy="19412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F9BD33A-3CD5-D1D7-214A-5E59F158EE70}"/>
              </a:ext>
            </a:extLst>
          </p:cNvPr>
          <p:cNvSpPr txBox="1"/>
          <p:nvPr/>
        </p:nvSpPr>
        <p:spPr>
          <a:xfrm>
            <a:off x="2568266" y="3223964"/>
            <a:ext cx="1922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user1, Ankara06</a:t>
            </a:r>
          </a:p>
        </p:txBody>
      </p:sp>
    </p:spTree>
    <p:extLst>
      <p:ext uri="{BB962C8B-B14F-4D97-AF65-F5344CB8AC3E}">
        <p14:creationId xmlns:p14="http://schemas.microsoft.com/office/powerpoint/2010/main" val="280289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099F-4A0F-7514-069E-4BAA0AD2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22D05-2597-E96A-38B3-FE98A9E8ABB5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1EEFB-30F4-A926-E10E-E807616E5FE8}"/>
              </a:ext>
            </a:extLst>
          </p:cNvPr>
          <p:cNvSpPr txBox="1"/>
          <p:nvPr/>
        </p:nvSpPr>
        <p:spPr>
          <a:xfrm>
            <a:off x="814811" y="932507"/>
            <a:ext cx="37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</a:t>
            </a:r>
            <a:r>
              <a:rPr lang="en-US" dirty="0"/>
              <a:t>Physical</a:t>
            </a:r>
            <a:r>
              <a:rPr lang="tr-TR" dirty="0"/>
              <a:t> </a:t>
            </a:r>
            <a:r>
              <a:rPr lang="en-US" dirty="0"/>
              <a:t>Machine</a:t>
            </a:r>
            <a:r>
              <a:rPr lang="tr-TR" dirty="0"/>
              <a:t> (</a:t>
            </a:r>
            <a:r>
              <a:rPr lang="en-US" dirty="0"/>
              <a:t>Windows</a:t>
            </a:r>
            <a:r>
              <a:rPr lang="tr-TR" dirty="0"/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D23D38-6273-39EA-75E0-B6E6116AEA1C}"/>
              </a:ext>
            </a:extLst>
          </p:cNvPr>
          <p:cNvSpPr/>
          <p:nvPr/>
        </p:nvSpPr>
        <p:spPr>
          <a:xfrm>
            <a:off x="2155498" y="1453484"/>
            <a:ext cx="9216428" cy="47169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7B584-BAC1-6087-15D1-52E0A7EDE87B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Rocky Linux (VM)</a:t>
            </a:r>
            <a:endParaRPr lang="tr-TR" dirty="0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D34534CD-7120-A78A-B05A-DF91D8C83E2A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DISK</a:t>
            </a:r>
            <a:endParaRPr lang="tr-TR" b="1" dirty="0">
              <a:solidFill>
                <a:schemeClr val="tx1"/>
              </a:solidFill>
            </a:endParaRP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2A6B1FEE-38B5-14E2-7CD6-E201945C6F48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tr-TR" dirty="0"/>
              <a:t>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F52166-F985-F0C0-91DC-7383CDECE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59" y="3691549"/>
            <a:ext cx="748629" cy="74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5139F236-83DE-27B0-4D7E-C520923D5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77" y="474155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0B7291-67E8-FDE0-0665-A9D81C59A918}"/>
              </a:ext>
            </a:extLst>
          </p:cNvPr>
          <p:cNvSpPr/>
          <p:nvPr/>
        </p:nvSpPr>
        <p:spPr>
          <a:xfrm>
            <a:off x="9106293" y="2765478"/>
            <a:ext cx="1146903" cy="1050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endParaRPr lang="tr-TR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C2B1CE1D-37DA-BC16-718C-8B805CD63809}"/>
              </a:ext>
            </a:extLst>
          </p:cNvPr>
          <p:cNvSpPr txBox="1"/>
          <p:nvPr/>
        </p:nvSpPr>
        <p:spPr>
          <a:xfrm>
            <a:off x="6763712" y="5404516"/>
            <a:ext cx="102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env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Mürekkep 4">
                <a:extLst>
                  <a:ext uri="{FF2B5EF4-FFF2-40B4-BE49-F238E27FC236}">
                    <a16:creationId xmlns:a16="http://schemas.microsoft.com/office/drawing/2014/main" id="{D8C26320-38D8-0F1B-F9E0-E4E9C3D45EC6}"/>
                  </a:ext>
                </a:extLst>
              </p14:cNvPr>
              <p14:cNvContentPartPr/>
              <p14:nvPr/>
            </p14:nvContentPartPr>
            <p14:xfrm>
              <a:off x="9256940" y="4552772"/>
              <a:ext cx="360" cy="360"/>
            </p14:xfrm>
          </p:contentPart>
        </mc:Choice>
        <mc:Fallback xmlns="">
          <p:pic>
            <p:nvPicPr>
              <p:cNvPr id="5" name="Mürekkep 4">
                <a:extLst>
                  <a:ext uri="{FF2B5EF4-FFF2-40B4-BE49-F238E27FC236}">
                    <a16:creationId xmlns:a16="http://schemas.microsoft.com/office/drawing/2014/main" id="{D8C26320-38D8-0F1B-F9E0-E4E9C3D45E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50820" y="454665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C8F2045F-7AE0-4569-68CF-9D483C5B2653}"/>
              </a:ext>
            </a:extLst>
          </p:cNvPr>
          <p:cNvSpPr/>
          <p:nvPr/>
        </p:nvSpPr>
        <p:spPr>
          <a:xfrm>
            <a:off x="9106293" y="4077472"/>
            <a:ext cx="1146903" cy="1050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gitea</a:t>
            </a:r>
            <a:endParaRPr lang="tr-T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424AD9F-063E-7987-20A0-E55453071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11" y="1364001"/>
            <a:ext cx="943984" cy="94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0ABF2B85-6AB5-BAF4-C1E0-B374C76561A3}"/>
              </a:ext>
            </a:extLst>
          </p:cNvPr>
          <p:cNvCxnSpPr>
            <a:cxnSpLocks/>
            <a:stCxn id="6" idx="1"/>
            <a:endCxn id="20" idx="3"/>
          </p:cNvCxnSpPr>
          <p:nvPr/>
        </p:nvCxnSpPr>
        <p:spPr>
          <a:xfrm flipH="1">
            <a:off x="7789530" y="4602629"/>
            <a:ext cx="1316763" cy="9865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3D668541-328C-7896-F2CD-317BD780C9C1}"/>
              </a:ext>
            </a:extLst>
          </p:cNvPr>
          <p:cNvCxnSpPr>
            <a:cxnSpLocks/>
            <a:stCxn id="7" idx="1"/>
            <a:endCxn id="1026" idx="3"/>
          </p:cNvCxnSpPr>
          <p:nvPr/>
        </p:nvCxnSpPr>
        <p:spPr>
          <a:xfrm flipH="1">
            <a:off x="1644488" y="3521719"/>
            <a:ext cx="2018616" cy="544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2" name="Picture 4" descr="Uvicorn">
            <a:extLst>
              <a:ext uri="{FF2B5EF4-FFF2-40B4-BE49-F238E27FC236}">
                <a16:creationId xmlns:a16="http://schemas.microsoft.com/office/drawing/2014/main" id="{A915BCE5-5371-5A11-4624-F28829F5E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035" y="3097541"/>
            <a:ext cx="723604" cy="72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Vscode Logo Png - lizin.org">
            <a:extLst>
              <a:ext uri="{FF2B5EF4-FFF2-40B4-BE49-F238E27FC236}">
                <a16:creationId xmlns:a16="http://schemas.microsoft.com/office/drawing/2014/main" id="{8DC5F3CB-BEE9-6225-2A46-647AFED02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16" y="2472321"/>
            <a:ext cx="783842" cy="78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68685D-3256-05D4-6E3A-5C22437312E6}"/>
              </a:ext>
            </a:extLst>
          </p:cNvPr>
          <p:cNvSpPr/>
          <p:nvPr/>
        </p:nvSpPr>
        <p:spPr>
          <a:xfrm>
            <a:off x="7177892" y="1663641"/>
            <a:ext cx="1379129" cy="1050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postgresql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E8937-63D4-BECD-F9FA-0F0C0453C571}"/>
              </a:ext>
            </a:extLst>
          </p:cNvPr>
          <p:cNvSpPr/>
          <p:nvPr/>
        </p:nvSpPr>
        <p:spPr>
          <a:xfrm>
            <a:off x="3663104" y="2996562"/>
            <a:ext cx="1146903" cy="10503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NGINX</a:t>
            </a:r>
          </a:p>
        </p:txBody>
      </p:sp>
      <p:cxnSp>
        <p:nvCxnSpPr>
          <p:cNvPr id="17" name="Düz Ok Bağlayıcısı 13">
            <a:extLst>
              <a:ext uri="{FF2B5EF4-FFF2-40B4-BE49-F238E27FC236}">
                <a16:creationId xmlns:a16="http://schemas.microsoft.com/office/drawing/2014/main" id="{DFF67824-06DA-50E3-A8CD-1DE8EB19F25D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810007" y="3459343"/>
            <a:ext cx="1834654" cy="623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87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27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Laptop/Fiziksel Makine (Linux)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5"/>
            <a:ext cx="9216428" cy="46308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Sanal Makine (Linux)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96629" y="6292953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2 TB</a:t>
            </a: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İnternet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B18219-C2A6-232D-BDF6-95D7E8C1F03E}"/>
              </a:ext>
            </a:extLst>
          </p:cNvPr>
          <p:cNvSpPr txBox="1"/>
          <p:nvPr/>
        </p:nvSpPr>
        <p:spPr>
          <a:xfrm>
            <a:off x="706170" y="3532714"/>
            <a:ext cx="1394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127.0.0.1:9870</a:t>
            </a:r>
          </a:p>
        </p:txBody>
      </p:sp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92C75D0E-EDDC-7B39-2083-4586A6ADA343}"/>
              </a:ext>
            </a:extLst>
          </p:cNvPr>
          <p:cNvSpPr/>
          <p:nvPr/>
        </p:nvSpPr>
        <p:spPr>
          <a:xfrm>
            <a:off x="1367847" y="5538195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>
                <a:solidFill>
                  <a:schemeClr val="tx1"/>
                </a:solidFill>
              </a:rPr>
              <a:t>sparkapp</a:t>
            </a:r>
            <a:endParaRPr lang="tr-TR" sz="1200" dirty="0">
              <a:solidFill>
                <a:schemeClr val="tx1"/>
              </a:solidFill>
            </a:endParaRP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347C75DF-8CF0-9A08-8F7A-D3829FDC9911}"/>
              </a:ext>
            </a:extLst>
          </p:cNvPr>
          <p:cNvSpPr/>
          <p:nvPr/>
        </p:nvSpPr>
        <p:spPr>
          <a:xfrm>
            <a:off x="1096629" y="4962365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>
                <a:solidFill>
                  <a:schemeClr val="tx1"/>
                </a:solidFill>
              </a:rPr>
              <a:t>sparkapp</a:t>
            </a:r>
            <a:endParaRPr lang="tr-TR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8C6AC-C7F6-E252-102A-B3B6E3B3193A}"/>
              </a:ext>
            </a:extLst>
          </p:cNvPr>
          <p:cNvSpPr/>
          <p:nvPr/>
        </p:nvSpPr>
        <p:spPr>
          <a:xfrm>
            <a:off x="7733692" y="5356997"/>
            <a:ext cx="1292170" cy="7620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endParaRPr lang="tr-T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0654EF-9961-983C-B682-2261CDB3474F}"/>
              </a:ext>
            </a:extLst>
          </p:cNvPr>
          <p:cNvSpPr/>
          <p:nvPr/>
        </p:nvSpPr>
        <p:spPr>
          <a:xfrm>
            <a:off x="4311976" y="2162309"/>
            <a:ext cx="1992256" cy="2279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Dev Server</a:t>
            </a:r>
          </a:p>
        </p:txBody>
      </p:sp>
      <p:pic>
        <p:nvPicPr>
          <p:cNvPr id="20" name="Picture 19" descr="Jupyter Logo PNG Vector (SVG) Free Download">
            <a:extLst>
              <a:ext uri="{FF2B5EF4-FFF2-40B4-BE49-F238E27FC236}">
                <a16:creationId xmlns:a16="http://schemas.microsoft.com/office/drawing/2014/main" id="{B74A7AA6-7F40-E2E2-B5A1-5905D018F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448" y="2304262"/>
            <a:ext cx="583181" cy="68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B4CE3755-FEAA-A7B8-4503-D495F13B05CE}"/>
              </a:ext>
            </a:extLst>
          </p:cNvPr>
          <p:cNvSpPr/>
          <p:nvPr/>
        </p:nvSpPr>
        <p:spPr>
          <a:xfrm>
            <a:off x="4408448" y="3937317"/>
            <a:ext cx="1779741" cy="44362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7099C2-0C02-0494-71A3-E07F3E407DE1}"/>
              </a:ext>
            </a:extLst>
          </p:cNvPr>
          <p:cNvSpPr/>
          <p:nvPr/>
        </p:nvSpPr>
        <p:spPr>
          <a:xfrm>
            <a:off x="7223725" y="2119492"/>
            <a:ext cx="1992256" cy="2279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API Server</a:t>
            </a:r>
          </a:p>
        </p:txBody>
      </p:sp>
      <p:pic>
        <p:nvPicPr>
          <p:cNvPr id="28" name="Picture 2" descr="Download Fastapi Logo Png And Vector Pdf Svg Ai Eps Free Riset | Images ...">
            <a:extLst>
              <a:ext uri="{FF2B5EF4-FFF2-40B4-BE49-F238E27FC236}">
                <a16:creationId xmlns:a16="http://schemas.microsoft.com/office/drawing/2014/main" id="{EC01CBDA-9D0F-E653-F772-4A7506ED7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315" y="2299463"/>
            <a:ext cx="1674891" cy="83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Flowchart: Magnetic Disk 29">
            <a:extLst>
              <a:ext uri="{FF2B5EF4-FFF2-40B4-BE49-F238E27FC236}">
                <a16:creationId xmlns:a16="http://schemas.microsoft.com/office/drawing/2014/main" id="{19AD80F6-1CF3-381D-DDE3-FCF5161831EB}"/>
              </a:ext>
            </a:extLst>
          </p:cNvPr>
          <p:cNvSpPr/>
          <p:nvPr/>
        </p:nvSpPr>
        <p:spPr>
          <a:xfrm>
            <a:off x="7265199" y="3802743"/>
            <a:ext cx="1831007" cy="551779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id="{D6FD3FFC-3560-BA05-4042-DEA6C3252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777" y="2360522"/>
            <a:ext cx="611935" cy="60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47BDEDC-B28C-4A6F-41F5-EADFFD0CDD4A}"/>
              </a:ext>
            </a:extLst>
          </p:cNvPr>
          <p:cNvSpPr/>
          <p:nvPr/>
        </p:nvSpPr>
        <p:spPr>
          <a:xfrm>
            <a:off x="5227370" y="5454840"/>
            <a:ext cx="1292170" cy="7620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minio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A6DE81-289A-DE30-0FAF-23887445997B}"/>
              </a:ext>
            </a:extLst>
          </p:cNvPr>
          <p:cNvSpPr/>
          <p:nvPr/>
        </p:nvSpPr>
        <p:spPr>
          <a:xfrm>
            <a:off x="5979712" y="4369169"/>
            <a:ext cx="1992256" cy="1331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MLflow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9939E7-476A-980C-DC46-D73BBC30209C}"/>
              </a:ext>
            </a:extLst>
          </p:cNvPr>
          <p:cNvSpPr txBox="1"/>
          <p:nvPr/>
        </p:nvSpPr>
        <p:spPr>
          <a:xfrm>
            <a:off x="6188189" y="5224007"/>
            <a:ext cx="177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/</a:t>
            </a:r>
            <a:r>
              <a:rPr lang="en-US" sz="1200" b="1" i="0" dirty="0" err="1">
                <a:solidFill>
                  <a:srgbClr val="11171C"/>
                </a:solidFill>
                <a:effectLst/>
                <a:latin typeface="-apple-system"/>
              </a:rPr>
              <a:t>AdvertisingRFModel</a:t>
            </a:r>
            <a:r>
              <a:rPr lang="tr-TR" sz="1200" b="1" dirty="0">
                <a:solidFill>
                  <a:srgbClr val="11171C"/>
                </a:solidFill>
                <a:latin typeface="-apple-system"/>
              </a:rPr>
              <a:t>/1</a:t>
            </a:r>
          </a:p>
          <a:p>
            <a:r>
              <a:rPr lang="tr-TR" sz="1200" dirty="0"/>
              <a:t>/tensorflowmodel/1</a:t>
            </a:r>
          </a:p>
        </p:txBody>
      </p:sp>
    </p:spTree>
    <p:extLst>
      <p:ext uri="{BB962C8B-B14F-4D97-AF65-F5344CB8AC3E}">
        <p14:creationId xmlns:p14="http://schemas.microsoft.com/office/powerpoint/2010/main" val="315246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099F-4A0F-7514-069E-4BAA0AD2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22D05-2597-E96A-38B3-FE98A9E8ABB5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1EEFB-30F4-A926-E10E-E807616E5FE8}"/>
              </a:ext>
            </a:extLst>
          </p:cNvPr>
          <p:cNvSpPr txBox="1"/>
          <p:nvPr/>
        </p:nvSpPr>
        <p:spPr>
          <a:xfrm>
            <a:off x="814811" y="932507"/>
            <a:ext cx="37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</a:t>
            </a:r>
            <a:r>
              <a:rPr lang="en-US" dirty="0"/>
              <a:t>Physical</a:t>
            </a:r>
            <a:r>
              <a:rPr lang="tr-TR" dirty="0"/>
              <a:t> </a:t>
            </a:r>
            <a:r>
              <a:rPr lang="en-US" dirty="0"/>
              <a:t>Machine</a:t>
            </a:r>
            <a:r>
              <a:rPr lang="tr-TR" dirty="0"/>
              <a:t> (</a:t>
            </a:r>
            <a:r>
              <a:rPr lang="en-US" dirty="0"/>
              <a:t>Windows</a:t>
            </a:r>
            <a:r>
              <a:rPr lang="tr-TR" dirty="0"/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D23D38-6273-39EA-75E0-B6E6116AEA1C}"/>
              </a:ext>
            </a:extLst>
          </p:cNvPr>
          <p:cNvSpPr/>
          <p:nvPr/>
        </p:nvSpPr>
        <p:spPr>
          <a:xfrm>
            <a:off x="2155498" y="1453484"/>
            <a:ext cx="9216428" cy="47169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7B584-BAC1-6087-15D1-52E0A7EDE87B}"/>
              </a:ext>
            </a:extLst>
          </p:cNvPr>
          <p:cNvSpPr txBox="1"/>
          <p:nvPr/>
        </p:nvSpPr>
        <p:spPr>
          <a:xfrm>
            <a:off x="2623995" y="1584357"/>
            <a:ext cx="189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AWS</a:t>
            </a: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2A6B1FEE-38B5-14E2-7CD6-E201945C6F48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tr-TR" dirty="0"/>
              <a:t>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F52166-F985-F0C0-91DC-7383CDECE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59" y="3691549"/>
            <a:ext cx="748629" cy="74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Mürekkep 4">
                <a:extLst>
                  <a:ext uri="{FF2B5EF4-FFF2-40B4-BE49-F238E27FC236}">
                    <a16:creationId xmlns:a16="http://schemas.microsoft.com/office/drawing/2014/main" id="{D8C26320-38D8-0F1B-F9E0-E4E9C3D45EC6}"/>
                  </a:ext>
                </a:extLst>
              </p14:cNvPr>
              <p14:cNvContentPartPr/>
              <p14:nvPr/>
            </p14:nvContentPartPr>
            <p14:xfrm>
              <a:off x="9256940" y="4552772"/>
              <a:ext cx="360" cy="360"/>
            </p14:xfrm>
          </p:contentPart>
        </mc:Choice>
        <mc:Fallback xmlns="">
          <p:pic>
            <p:nvPicPr>
              <p:cNvPr id="5" name="Mürekkep 4">
                <a:extLst>
                  <a:ext uri="{FF2B5EF4-FFF2-40B4-BE49-F238E27FC236}">
                    <a16:creationId xmlns:a16="http://schemas.microsoft.com/office/drawing/2014/main" id="{D8C26320-38D8-0F1B-F9E0-E4E9C3D45E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50820" y="454665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0FE8937-63D4-BECD-F9FA-0F0C0453C571}"/>
              </a:ext>
            </a:extLst>
          </p:cNvPr>
          <p:cNvSpPr/>
          <p:nvPr/>
        </p:nvSpPr>
        <p:spPr>
          <a:xfrm>
            <a:off x="4767626" y="2641236"/>
            <a:ext cx="1146903" cy="10503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EC2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6D4AE0-3AA7-170E-E238-9F493C3234E9}"/>
              </a:ext>
            </a:extLst>
          </p:cNvPr>
          <p:cNvSpPr/>
          <p:nvPr/>
        </p:nvSpPr>
        <p:spPr>
          <a:xfrm>
            <a:off x="4262811" y="3395982"/>
            <a:ext cx="561315" cy="262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sg</a:t>
            </a:r>
          </a:p>
        </p:txBody>
      </p:sp>
    </p:spTree>
    <p:extLst>
      <p:ext uri="{BB962C8B-B14F-4D97-AF65-F5344CB8AC3E}">
        <p14:creationId xmlns:p14="http://schemas.microsoft.com/office/powerpoint/2010/main" val="419128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27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Laptop/Fiziksel Makine (Linux)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5"/>
            <a:ext cx="9216428" cy="46308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E4362-9BA2-DA7A-DE11-62BE41F7B2CC}"/>
              </a:ext>
            </a:extLst>
          </p:cNvPr>
          <p:cNvSpPr/>
          <p:nvPr/>
        </p:nvSpPr>
        <p:spPr>
          <a:xfrm>
            <a:off x="6255945" y="1754863"/>
            <a:ext cx="4788547" cy="421891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Sanal Makine (Linux)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İnternet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B18219-C2A6-232D-BDF6-95D7E8C1F03E}"/>
              </a:ext>
            </a:extLst>
          </p:cNvPr>
          <p:cNvSpPr txBox="1"/>
          <p:nvPr/>
        </p:nvSpPr>
        <p:spPr>
          <a:xfrm>
            <a:off x="706170" y="3532714"/>
            <a:ext cx="1394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127.0.0.1:9870</a:t>
            </a:r>
          </a:p>
        </p:txBody>
      </p:sp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D8A334-CDA3-3926-0315-57A2BB6D7271}"/>
              </a:ext>
            </a:extLst>
          </p:cNvPr>
          <p:cNvSpPr txBox="1"/>
          <p:nvPr/>
        </p:nvSpPr>
        <p:spPr>
          <a:xfrm>
            <a:off x="2224134" y="2956888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data-</a:t>
            </a:r>
            <a:r>
              <a:rPr lang="tr-TR" dirty="0" err="1"/>
              <a:t>generator</a:t>
            </a:r>
            <a:endParaRPr lang="tr-T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1FED1-6FD9-F88E-3FAC-F1B2FFE9F4C2}"/>
              </a:ext>
            </a:extLst>
          </p:cNvPr>
          <p:cNvSpPr/>
          <p:nvPr/>
        </p:nvSpPr>
        <p:spPr>
          <a:xfrm>
            <a:off x="8445004" y="2108783"/>
            <a:ext cx="2277316" cy="3522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92C75D0E-EDDC-7B39-2083-4586A6ADA343}"/>
              </a:ext>
            </a:extLst>
          </p:cNvPr>
          <p:cNvSpPr/>
          <p:nvPr/>
        </p:nvSpPr>
        <p:spPr>
          <a:xfrm>
            <a:off x="2697933" y="4789284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>
                <a:solidFill>
                  <a:schemeClr val="tx1"/>
                </a:solidFill>
              </a:rPr>
              <a:t>sparkapp</a:t>
            </a:r>
            <a:endParaRPr lang="tr-TR" sz="1200" dirty="0">
              <a:solidFill>
                <a:schemeClr val="tx1"/>
              </a:solidFill>
            </a:endParaRP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347C75DF-8CF0-9A08-8F7A-D3829FDC9911}"/>
              </a:ext>
            </a:extLst>
          </p:cNvPr>
          <p:cNvSpPr/>
          <p:nvPr/>
        </p:nvSpPr>
        <p:spPr>
          <a:xfrm>
            <a:off x="4691959" y="3686602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solidFill>
                  <a:schemeClr val="tx1"/>
                </a:solidFill>
              </a:rPr>
              <a:t>CURL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4BCFA-2667-19E9-ACAD-9791EB7FEB7B}"/>
              </a:ext>
            </a:extLst>
          </p:cNvPr>
          <p:cNvSpPr txBox="1"/>
          <p:nvPr/>
        </p:nvSpPr>
        <p:spPr>
          <a:xfrm>
            <a:off x="8510640" y="5158897"/>
            <a:ext cx="104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minikube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19E7B-5881-86FF-DE17-BF7496ED560F}"/>
              </a:ext>
            </a:extLst>
          </p:cNvPr>
          <p:cNvSpPr txBox="1"/>
          <p:nvPr/>
        </p:nvSpPr>
        <p:spPr>
          <a:xfrm>
            <a:off x="6504730" y="5433764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Docker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541792-187A-53C9-8F8A-A96006680A47}"/>
              </a:ext>
            </a:extLst>
          </p:cNvPr>
          <p:cNvSpPr/>
          <p:nvPr/>
        </p:nvSpPr>
        <p:spPr>
          <a:xfrm>
            <a:off x="6418574" y="2089225"/>
            <a:ext cx="1592637" cy="597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CA2F6-B718-8717-C4C7-BCEAC5F6BDCC}"/>
              </a:ext>
            </a:extLst>
          </p:cNvPr>
          <p:cNvSpPr txBox="1"/>
          <p:nvPr/>
        </p:nvSpPr>
        <p:spPr>
          <a:xfrm>
            <a:off x="6543590" y="2203185"/>
            <a:ext cx="104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minikube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F4788D-7B69-035E-663A-82C2E4A172D3}"/>
              </a:ext>
            </a:extLst>
          </p:cNvPr>
          <p:cNvSpPr txBox="1"/>
          <p:nvPr/>
        </p:nvSpPr>
        <p:spPr>
          <a:xfrm>
            <a:off x="8649462" y="2214257"/>
            <a:ext cx="1702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pod1</a:t>
            </a:r>
          </a:p>
          <a:p>
            <a:r>
              <a:rPr lang="tr-TR" dirty="0"/>
              <a:t>pod2</a:t>
            </a:r>
          </a:p>
          <a:p>
            <a:r>
              <a:rPr lang="tr-TR" dirty="0"/>
              <a:t>pod3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B3BD0D-4548-7318-926B-33FED5D700B0}"/>
              </a:ext>
            </a:extLst>
          </p:cNvPr>
          <p:cNvSpPr/>
          <p:nvPr/>
        </p:nvSpPr>
        <p:spPr>
          <a:xfrm>
            <a:off x="6352901" y="3369487"/>
            <a:ext cx="1592637" cy="88248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53E99-9FC8-B4C1-BD99-731B64C1ABC5}"/>
              </a:ext>
            </a:extLst>
          </p:cNvPr>
          <p:cNvSpPr txBox="1"/>
          <p:nvPr/>
        </p:nvSpPr>
        <p:spPr>
          <a:xfrm>
            <a:off x="6515120" y="3409007"/>
            <a:ext cx="1049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imaj1</a:t>
            </a:r>
          </a:p>
          <a:p>
            <a:r>
              <a:rPr lang="tr-TR" dirty="0"/>
              <a:t>imaj2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6FFEF-1EDA-637E-85A9-77B03B657466}"/>
              </a:ext>
            </a:extLst>
          </p:cNvPr>
          <p:cNvSpPr/>
          <p:nvPr/>
        </p:nvSpPr>
        <p:spPr>
          <a:xfrm>
            <a:off x="8525342" y="3934907"/>
            <a:ext cx="1904250" cy="88248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0A1E10-9F6F-69BC-57CB-FCE6ED6E7B6F}"/>
              </a:ext>
            </a:extLst>
          </p:cNvPr>
          <p:cNvSpPr txBox="1"/>
          <p:nvPr/>
        </p:nvSpPr>
        <p:spPr>
          <a:xfrm>
            <a:off x="8532850" y="4012441"/>
            <a:ext cx="2034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imaj1</a:t>
            </a:r>
          </a:p>
          <a:p>
            <a:r>
              <a:rPr lang="tr-TR" sz="1200" dirty="0"/>
              <a:t>imaj2</a:t>
            </a:r>
          </a:p>
          <a:p>
            <a:r>
              <a:rPr lang="tr-TR" sz="1200" dirty="0"/>
              <a:t>ml-prediction-with-fastapi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01262B-7496-42A9-FCC4-0ABC6D1DE03A}"/>
              </a:ext>
            </a:extLst>
          </p:cNvPr>
          <p:cNvCxnSpPr>
            <a:stCxn id="2" idx="1"/>
            <a:endCxn id="22" idx="3"/>
          </p:cNvCxnSpPr>
          <p:nvPr/>
        </p:nvCxnSpPr>
        <p:spPr>
          <a:xfrm flipH="1">
            <a:off x="5479610" y="3870019"/>
            <a:ext cx="2965394" cy="38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494CA4D-85BD-2EF8-1296-E7E98798137F}"/>
              </a:ext>
            </a:extLst>
          </p:cNvPr>
          <p:cNvSpPr/>
          <p:nvPr/>
        </p:nvSpPr>
        <p:spPr>
          <a:xfrm>
            <a:off x="4490519" y="2572517"/>
            <a:ext cx="1004199" cy="928247"/>
          </a:xfrm>
          <a:prstGeom prst="rect">
            <a:avLst/>
          </a:prstGeom>
          <a:solidFill>
            <a:srgbClr val="E05E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NGINX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5892FF6-43C7-75BD-8931-724F1A5D5CA3}"/>
              </a:ext>
            </a:extLst>
          </p:cNvPr>
          <p:cNvCxnSpPr>
            <a:cxnSpLocks/>
          </p:cNvCxnSpPr>
          <p:nvPr/>
        </p:nvCxnSpPr>
        <p:spPr>
          <a:xfrm flipH="1" flipV="1">
            <a:off x="5493993" y="3020839"/>
            <a:ext cx="2951011" cy="8285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7435F66-9200-F698-DE20-3A04086EA0E2}"/>
              </a:ext>
            </a:extLst>
          </p:cNvPr>
          <p:cNvCxnSpPr>
            <a:cxnSpLocks/>
            <a:stCxn id="31" idx="1"/>
            <a:endCxn id="1026" idx="3"/>
          </p:cNvCxnSpPr>
          <p:nvPr/>
        </p:nvCxnSpPr>
        <p:spPr>
          <a:xfrm flipH="1" flipV="1">
            <a:off x="1901227" y="2908426"/>
            <a:ext cx="2589292" cy="1282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2C04A62-E7B3-15B3-07B2-E14A6D39CA9F}"/>
              </a:ext>
            </a:extLst>
          </p:cNvPr>
          <p:cNvSpPr txBox="1"/>
          <p:nvPr/>
        </p:nvSpPr>
        <p:spPr>
          <a:xfrm>
            <a:off x="4071024" y="3036640"/>
            <a:ext cx="586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80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7B550B-1302-9303-C128-D283DC480402}"/>
              </a:ext>
            </a:extLst>
          </p:cNvPr>
          <p:cNvSpPr txBox="1"/>
          <p:nvPr/>
        </p:nvSpPr>
        <p:spPr>
          <a:xfrm>
            <a:off x="1530440" y="2968006"/>
            <a:ext cx="791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1080:80</a:t>
            </a:r>
          </a:p>
        </p:txBody>
      </p:sp>
    </p:spTree>
    <p:extLst>
      <p:ext uri="{BB962C8B-B14F-4D97-AF65-F5344CB8AC3E}">
        <p14:creationId xmlns:p14="http://schemas.microsoft.com/office/powerpoint/2010/main" val="239183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27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Laptop/Fiziksel Makine (Linux)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5"/>
            <a:ext cx="5910807" cy="46308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Sanal Makine (Linux)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İnternet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B18219-C2A6-232D-BDF6-95D7E8C1F03E}"/>
              </a:ext>
            </a:extLst>
          </p:cNvPr>
          <p:cNvSpPr txBox="1"/>
          <p:nvPr/>
        </p:nvSpPr>
        <p:spPr>
          <a:xfrm>
            <a:off x="706170" y="3532714"/>
            <a:ext cx="1394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127.0.0.1:9870</a:t>
            </a:r>
          </a:p>
        </p:txBody>
      </p:sp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D8A334-CDA3-3926-0315-57A2BB6D7271}"/>
              </a:ext>
            </a:extLst>
          </p:cNvPr>
          <p:cNvSpPr txBox="1"/>
          <p:nvPr/>
        </p:nvSpPr>
        <p:spPr>
          <a:xfrm>
            <a:off x="2224134" y="2956888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data-</a:t>
            </a:r>
            <a:r>
              <a:rPr lang="tr-TR" dirty="0" err="1"/>
              <a:t>generator</a:t>
            </a:r>
            <a:endParaRPr lang="tr-T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1FED1-6FD9-F88E-3FAC-F1B2FFE9F4C2}"/>
              </a:ext>
            </a:extLst>
          </p:cNvPr>
          <p:cNvSpPr/>
          <p:nvPr/>
        </p:nvSpPr>
        <p:spPr>
          <a:xfrm>
            <a:off x="8445004" y="2108784"/>
            <a:ext cx="2277316" cy="342849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kubernetes cluster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347C75DF-8CF0-9A08-8F7A-D3829FDC9911}"/>
              </a:ext>
            </a:extLst>
          </p:cNvPr>
          <p:cNvSpPr/>
          <p:nvPr/>
        </p:nvSpPr>
        <p:spPr>
          <a:xfrm>
            <a:off x="3763593" y="3379411"/>
            <a:ext cx="787651" cy="443622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>
                <a:solidFill>
                  <a:schemeClr val="tx1"/>
                </a:solidFill>
              </a:rPr>
              <a:t>sparkapp</a:t>
            </a:r>
            <a:endParaRPr lang="tr-TR" sz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4BCFA-2667-19E9-ACAD-9791EB7FEB7B}"/>
              </a:ext>
            </a:extLst>
          </p:cNvPr>
          <p:cNvSpPr txBox="1"/>
          <p:nvPr/>
        </p:nvSpPr>
        <p:spPr>
          <a:xfrm>
            <a:off x="5334569" y="4511775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spark-client</a:t>
            </a:r>
            <a:endParaRPr lang="tr-TR" dirty="0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E1E9BD4D-1710-9902-48B5-FF1CDA8BC5AB}"/>
              </a:ext>
            </a:extLst>
          </p:cNvPr>
          <p:cNvSpPr/>
          <p:nvPr/>
        </p:nvSpPr>
        <p:spPr>
          <a:xfrm>
            <a:off x="8908610" y="2387851"/>
            <a:ext cx="1530036" cy="400616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8C596-BFBA-8CFD-3C90-7935115B561D}"/>
              </a:ext>
            </a:extLst>
          </p:cNvPr>
          <p:cNvSpPr txBox="1"/>
          <p:nvPr/>
        </p:nvSpPr>
        <p:spPr>
          <a:xfrm>
            <a:off x="8968966" y="2480690"/>
            <a:ext cx="1530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container registry</a:t>
            </a:r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92C75D0E-EDDC-7B39-2083-4586A6ADA343}"/>
              </a:ext>
            </a:extLst>
          </p:cNvPr>
          <p:cNvSpPr/>
          <p:nvPr/>
        </p:nvSpPr>
        <p:spPr>
          <a:xfrm>
            <a:off x="3557664" y="4437485"/>
            <a:ext cx="1553237" cy="443622"/>
          </a:xfrm>
          <a:prstGeom prst="flowChartDocumen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solidFill>
                  <a:schemeClr val="tx1"/>
                </a:solidFill>
              </a:rPr>
              <a:t>my-ml-model-image</a:t>
            </a:r>
          </a:p>
        </p:txBody>
      </p:sp>
    </p:spTree>
    <p:extLst>
      <p:ext uri="{BB962C8B-B14F-4D97-AF65-F5344CB8AC3E}">
        <p14:creationId xmlns:p14="http://schemas.microsoft.com/office/powerpoint/2010/main" val="272189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038A8F-8969-8F97-F094-A291C75F34EA}"/>
              </a:ext>
            </a:extLst>
          </p:cNvPr>
          <p:cNvSpPr/>
          <p:nvPr/>
        </p:nvSpPr>
        <p:spPr>
          <a:xfrm>
            <a:off x="669956" y="787651"/>
            <a:ext cx="11135763" cy="5920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3B59A-28CC-7DEE-A824-11D4A7F8204B}"/>
              </a:ext>
            </a:extLst>
          </p:cNvPr>
          <p:cNvSpPr txBox="1"/>
          <p:nvPr/>
        </p:nvSpPr>
        <p:spPr>
          <a:xfrm>
            <a:off x="814811" y="932507"/>
            <a:ext cx="37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Laptop/</a:t>
            </a:r>
            <a:r>
              <a:rPr lang="en-US" dirty="0"/>
              <a:t>Physical</a:t>
            </a:r>
            <a:r>
              <a:rPr lang="tr-TR" dirty="0"/>
              <a:t> </a:t>
            </a:r>
            <a:r>
              <a:rPr lang="en-US" dirty="0"/>
              <a:t>Machine</a:t>
            </a:r>
            <a:r>
              <a:rPr lang="tr-TR" dirty="0"/>
              <a:t> (</a:t>
            </a:r>
            <a:r>
              <a:rPr lang="en-US" dirty="0"/>
              <a:t>Windows</a:t>
            </a:r>
            <a:r>
              <a:rPr lang="tr-TR" dirty="0"/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FD35A9-2F1F-4941-F0F0-9B48CC12AF5D}"/>
              </a:ext>
            </a:extLst>
          </p:cNvPr>
          <p:cNvSpPr/>
          <p:nvPr/>
        </p:nvSpPr>
        <p:spPr>
          <a:xfrm>
            <a:off x="2155498" y="1453484"/>
            <a:ext cx="9216428" cy="47169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9463-F342-1BA3-FE31-B5902A6B4C60}"/>
              </a:ext>
            </a:extLst>
          </p:cNvPr>
          <p:cNvSpPr txBox="1"/>
          <p:nvPr/>
        </p:nvSpPr>
        <p:spPr>
          <a:xfrm>
            <a:off x="2623995" y="1584357"/>
            <a:ext cx="239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Rocky Linux (VM)</a:t>
            </a:r>
            <a:endParaRPr lang="tr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0589EA-BFE4-50F2-2B4D-C8101A7927DB}"/>
              </a:ext>
            </a:extLst>
          </p:cNvPr>
          <p:cNvSpPr/>
          <p:nvPr/>
        </p:nvSpPr>
        <p:spPr>
          <a:xfrm>
            <a:off x="7426372" y="1630619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serv-1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FD7E2-9F2D-E792-B72B-FD3ECEBA7CC6}"/>
              </a:ext>
            </a:extLst>
          </p:cNvPr>
          <p:cNvSpPr/>
          <p:nvPr/>
        </p:nvSpPr>
        <p:spPr>
          <a:xfrm>
            <a:off x="8656265" y="1630619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serv-2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4D3B7E-5F67-187C-C48B-31FFD52A247C}"/>
              </a:ext>
            </a:extLst>
          </p:cNvPr>
          <p:cNvSpPr/>
          <p:nvPr/>
        </p:nvSpPr>
        <p:spPr>
          <a:xfrm>
            <a:off x="9886158" y="1595673"/>
            <a:ext cx="917418" cy="1514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serv-3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F8788BE-E53E-4D06-CDBA-00754EB9F099}"/>
              </a:ext>
            </a:extLst>
          </p:cNvPr>
          <p:cNvSpPr/>
          <p:nvPr/>
        </p:nvSpPr>
        <p:spPr>
          <a:xfrm>
            <a:off x="1004935" y="6254839"/>
            <a:ext cx="9717385" cy="369332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DISK</a:t>
            </a:r>
            <a:endParaRPr lang="tr-TR" b="1" dirty="0">
              <a:solidFill>
                <a:schemeClr val="tx1"/>
              </a:solidFill>
            </a:endParaRPr>
          </a:p>
        </p:txBody>
      </p:sp>
      <p:sp>
        <p:nvSpPr>
          <p:cNvPr id="23" name="Thought Bubble: Cloud 22">
            <a:extLst>
              <a:ext uri="{FF2B5EF4-FFF2-40B4-BE49-F238E27FC236}">
                <a16:creationId xmlns:a16="http://schemas.microsoft.com/office/drawing/2014/main" id="{343D37F4-A926-8495-C6E4-1716E283C58D}"/>
              </a:ext>
            </a:extLst>
          </p:cNvPr>
          <p:cNvSpPr/>
          <p:nvPr/>
        </p:nvSpPr>
        <p:spPr>
          <a:xfrm>
            <a:off x="4390931" y="253497"/>
            <a:ext cx="2758289" cy="832919"/>
          </a:xfrm>
          <a:prstGeom prst="cloudCallout">
            <a:avLst>
              <a:gd name="adj1" fmla="val -19848"/>
              <a:gd name="adj2" fmla="val 364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tr-TR" dirty="0"/>
              <a:t>nternet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0176-1374-A744-5888-73913C15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78" y="2387851"/>
            <a:ext cx="1041149" cy="10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DBeaver Logo PNG Vector (SVG) Free Download">
            <a:extLst>
              <a:ext uri="{FF2B5EF4-FFF2-40B4-BE49-F238E27FC236}">
                <a16:creationId xmlns:a16="http://schemas.microsoft.com/office/drawing/2014/main" id="{97F4E649-CA24-EEE3-0DF0-5DDD2148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3" y="3834791"/>
            <a:ext cx="854552" cy="8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61FED1-6FD9-F88E-3FAC-F1B2FFE9F4C2}"/>
              </a:ext>
            </a:extLst>
          </p:cNvPr>
          <p:cNvSpPr/>
          <p:nvPr/>
        </p:nvSpPr>
        <p:spPr>
          <a:xfrm>
            <a:off x="9896657" y="4469557"/>
            <a:ext cx="917418" cy="1514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serv-6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E55A0-2824-59D9-0EEB-B9B6991C51E4}"/>
              </a:ext>
            </a:extLst>
          </p:cNvPr>
          <p:cNvSpPr/>
          <p:nvPr/>
        </p:nvSpPr>
        <p:spPr>
          <a:xfrm>
            <a:off x="4087061" y="2672282"/>
            <a:ext cx="1051749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ansible server (jenkins)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4C4DB-C555-C68A-B807-9850A295DEA8}"/>
              </a:ext>
            </a:extLst>
          </p:cNvPr>
          <p:cNvSpPr/>
          <p:nvPr/>
        </p:nvSpPr>
        <p:spPr>
          <a:xfrm>
            <a:off x="7458726" y="4461538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serv-4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0A130-EE4C-4500-C821-8A96D7582E9E}"/>
              </a:ext>
            </a:extLst>
          </p:cNvPr>
          <p:cNvSpPr/>
          <p:nvPr/>
        </p:nvSpPr>
        <p:spPr>
          <a:xfrm>
            <a:off x="8657389" y="4450368"/>
            <a:ext cx="917418" cy="1514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serv-5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D8400681-FD32-BA2F-5639-0EF8C1440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306" y="3186627"/>
            <a:ext cx="917418" cy="91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2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7348</TotalTime>
  <Words>260</Words>
  <Application>Microsoft Office PowerPoint</Application>
  <PresentationFormat>Widescreen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Calibri</vt:lpstr>
      <vt:lpstr>Calibri Light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</dc:title>
  <dc:creator>Erkan ŞİRİN</dc:creator>
  <cp:lastModifiedBy>Erkan</cp:lastModifiedBy>
  <cp:revision>88</cp:revision>
  <dcterms:created xsi:type="dcterms:W3CDTF">2018-03-04T09:30:49Z</dcterms:created>
  <dcterms:modified xsi:type="dcterms:W3CDTF">2025-06-01T08:51:02Z</dcterms:modified>
</cp:coreProperties>
</file>